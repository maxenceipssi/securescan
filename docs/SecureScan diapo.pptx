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3937F5-2ADA-4F40-AD6F-64CAAABD023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FBB7AC-003A-48C1-80D7-F5949688F568}">
      <dgm:prSet/>
      <dgm:spPr/>
      <dgm:t>
        <a:bodyPr/>
        <a:lstStyle/>
        <a:p>
          <a:r>
            <a:rPr lang="fr-FR"/>
            <a:t>Orchestrer des outils open source d’analyse de sécurité</a:t>
          </a:r>
          <a:endParaRPr lang="en-US"/>
        </a:p>
      </dgm:t>
    </dgm:pt>
    <dgm:pt modelId="{272B3DF6-4173-4271-8D7C-CD2D09481FFD}" type="parTrans" cxnId="{5F8BB43D-6424-488F-8AF5-F0A7E7CD8F33}">
      <dgm:prSet/>
      <dgm:spPr/>
      <dgm:t>
        <a:bodyPr/>
        <a:lstStyle/>
        <a:p>
          <a:endParaRPr lang="en-US"/>
        </a:p>
      </dgm:t>
    </dgm:pt>
    <dgm:pt modelId="{407387B8-9D8F-4A83-A20F-25300CFAA585}" type="sibTrans" cxnId="{5F8BB43D-6424-488F-8AF5-F0A7E7CD8F33}">
      <dgm:prSet/>
      <dgm:spPr/>
      <dgm:t>
        <a:bodyPr/>
        <a:lstStyle/>
        <a:p>
          <a:endParaRPr lang="en-US"/>
        </a:p>
      </dgm:t>
    </dgm:pt>
    <dgm:pt modelId="{9E9580EA-27BE-4795-A642-0F1F2D6CA0EE}">
      <dgm:prSet/>
      <dgm:spPr/>
      <dgm:t>
        <a:bodyPr/>
        <a:lstStyle/>
        <a:p>
          <a:r>
            <a:rPr lang="fr-FR"/>
            <a:t>Agréger les résultats des scans</a:t>
          </a:r>
          <a:endParaRPr lang="en-US"/>
        </a:p>
      </dgm:t>
    </dgm:pt>
    <dgm:pt modelId="{93EA572F-FDF8-48B5-9F84-746EEE1CEC53}" type="parTrans" cxnId="{4716DA54-78D2-492D-8481-BAFA82D640DA}">
      <dgm:prSet/>
      <dgm:spPr/>
      <dgm:t>
        <a:bodyPr/>
        <a:lstStyle/>
        <a:p>
          <a:endParaRPr lang="en-US"/>
        </a:p>
      </dgm:t>
    </dgm:pt>
    <dgm:pt modelId="{165B22F9-4A59-4CF9-A18D-44FEEC34A8AE}" type="sibTrans" cxnId="{4716DA54-78D2-492D-8481-BAFA82D640DA}">
      <dgm:prSet/>
      <dgm:spPr/>
      <dgm:t>
        <a:bodyPr/>
        <a:lstStyle/>
        <a:p>
          <a:endParaRPr lang="en-US"/>
        </a:p>
      </dgm:t>
    </dgm:pt>
    <dgm:pt modelId="{303F40CF-4FE1-4F47-B575-217FF6389571}">
      <dgm:prSet/>
      <dgm:spPr/>
      <dgm:t>
        <a:bodyPr/>
        <a:lstStyle/>
        <a:p>
          <a:r>
            <a:rPr lang="fr-FR"/>
            <a:t>Mapper les vulnérabilités vers l’OWASP Top 10 (2025)</a:t>
          </a:r>
          <a:endParaRPr lang="en-US"/>
        </a:p>
      </dgm:t>
    </dgm:pt>
    <dgm:pt modelId="{7B7C14E5-39A2-4D4B-9B31-3BA8C0B3AA0F}" type="parTrans" cxnId="{CD4EBD06-948A-46DB-A3E8-75B199C7EB6E}">
      <dgm:prSet/>
      <dgm:spPr/>
      <dgm:t>
        <a:bodyPr/>
        <a:lstStyle/>
        <a:p>
          <a:endParaRPr lang="en-US"/>
        </a:p>
      </dgm:t>
    </dgm:pt>
    <dgm:pt modelId="{F3F217C7-DB75-4CC3-8186-B2C24D77E2C9}" type="sibTrans" cxnId="{CD4EBD06-948A-46DB-A3E8-75B199C7EB6E}">
      <dgm:prSet/>
      <dgm:spPr/>
      <dgm:t>
        <a:bodyPr/>
        <a:lstStyle/>
        <a:p>
          <a:endParaRPr lang="en-US"/>
        </a:p>
      </dgm:t>
    </dgm:pt>
    <dgm:pt modelId="{DD24AA64-6456-4217-BDBB-770B00474B1C}">
      <dgm:prSet/>
      <dgm:spPr/>
      <dgm:t>
        <a:bodyPr/>
        <a:lstStyle/>
        <a:p>
          <a:r>
            <a:rPr lang="fr-FR" dirty="0"/>
            <a:t>Proposer des corrections automatisées</a:t>
          </a:r>
          <a:endParaRPr lang="en-US" dirty="0"/>
        </a:p>
      </dgm:t>
    </dgm:pt>
    <dgm:pt modelId="{6E67AB14-5DDB-41EE-88A5-8F11A481A60B}" type="parTrans" cxnId="{3A47076D-AF8D-4C34-8F8B-7D6AAD74FBC7}">
      <dgm:prSet/>
      <dgm:spPr/>
      <dgm:t>
        <a:bodyPr/>
        <a:lstStyle/>
        <a:p>
          <a:endParaRPr lang="en-US"/>
        </a:p>
      </dgm:t>
    </dgm:pt>
    <dgm:pt modelId="{9DBFACD0-E70C-4B18-8901-DB68BD99F2BF}" type="sibTrans" cxnId="{3A47076D-AF8D-4C34-8F8B-7D6AAD74FBC7}">
      <dgm:prSet/>
      <dgm:spPr/>
      <dgm:t>
        <a:bodyPr/>
        <a:lstStyle/>
        <a:p>
          <a:endParaRPr lang="en-US"/>
        </a:p>
      </dgm:t>
    </dgm:pt>
    <dgm:pt modelId="{95875E27-EB82-4CEF-8187-3FB1D92338CF}" type="pres">
      <dgm:prSet presAssocID="{2C3937F5-2ADA-4F40-AD6F-64CAAABD023B}" presName="outerComposite" presStyleCnt="0">
        <dgm:presLayoutVars>
          <dgm:chMax val="5"/>
          <dgm:dir/>
          <dgm:resizeHandles val="exact"/>
        </dgm:presLayoutVars>
      </dgm:prSet>
      <dgm:spPr/>
    </dgm:pt>
    <dgm:pt modelId="{4256F5C5-35B3-41E6-80E6-8CE651416D80}" type="pres">
      <dgm:prSet presAssocID="{2C3937F5-2ADA-4F40-AD6F-64CAAABD023B}" presName="dummyMaxCanvas" presStyleCnt="0">
        <dgm:presLayoutVars/>
      </dgm:prSet>
      <dgm:spPr/>
    </dgm:pt>
    <dgm:pt modelId="{12F208EE-1960-4E69-80B6-37F2A1DF1019}" type="pres">
      <dgm:prSet presAssocID="{2C3937F5-2ADA-4F40-AD6F-64CAAABD023B}" presName="FourNodes_1" presStyleLbl="node1" presStyleIdx="0" presStyleCnt="4">
        <dgm:presLayoutVars>
          <dgm:bulletEnabled val="1"/>
        </dgm:presLayoutVars>
      </dgm:prSet>
      <dgm:spPr/>
    </dgm:pt>
    <dgm:pt modelId="{E02072BD-F0C0-4ABC-927B-4A7F41D508B2}" type="pres">
      <dgm:prSet presAssocID="{2C3937F5-2ADA-4F40-AD6F-64CAAABD023B}" presName="FourNodes_2" presStyleLbl="node1" presStyleIdx="1" presStyleCnt="4">
        <dgm:presLayoutVars>
          <dgm:bulletEnabled val="1"/>
        </dgm:presLayoutVars>
      </dgm:prSet>
      <dgm:spPr/>
    </dgm:pt>
    <dgm:pt modelId="{6AFCD6FD-5688-4B7A-A122-C363188FB3A9}" type="pres">
      <dgm:prSet presAssocID="{2C3937F5-2ADA-4F40-AD6F-64CAAABD023B}" presName="FourNodes_3" presStyleLbl="node1" presStyleIdx="2" presStyleCnt="4">
        <dgm:presLayoutVars>
          <dgm:bulletEnabled val="1"/>
        </dgm:presLayoutVars>
      </dgm:prSet>
      <dgm:spPr/>
    </dgm:pt>
    <dgm:pt modelId="{400C6E4A-846C-4037-8CA5-BA84C90783D4}" type="pres">
      <dgm:prSet presAssocID="{2C3937F5-2ADA-4F40-AD6F-64CAAABD023B}" presName="FourNodes_4" presStyleLbl="node1" presStyleIdx="3" presStyleCnt="4">
        <dgm:presLayoutVars>
          <dgm:bulletEnabled val="1"/>
        </dgm:presLayoutVars>
      </dgm:prSet>
      <dgm:spPr/>
    </dgm:pt>
    <dgm:pt modelId="{877B4A23-AF78-4805-BEFA-1DA43A63011E}" type="pres">
      <dgm:prSet presAssocID="{2C3937F5-2ADA-4F40-AD6F-64CAAABD023B}" presName="FourConn_1-2" presStyleLbl="fgAccFollowNode1" presStyleIdx="0" presStyleCnt="3">
        <dgm:presLayoutVars>
          <dgm:bulletEnabled val="1"/>
        </dgm:presLayoutVars>
      </dgm:prSet>
      <dgm:spPr/>
    </dgm:pt>
    <dgm:pt modelId="{97290E33-BF3A-4BD0-A4EB-5D8C680AB450}" type="pres">
      <dgm:prSet presAssocID="{2C3937F5-2ADA-4F40-AD6F-64CAAABD023B}" presName="FourConn_2-3" presStyleLbl="fgAccFollowNode1" presStyleIdx="1" presStyleCnt="3">
        <dgm:presLayoutVars>
          <dgm:bulletEnabled val="1"/>
        </dgm:presLayoutVars>
      </dgm:prSet>
      <dgm:spPr/>
    </dgm:pt>
    <dgm:pt modelId="{6CC79C49-C715-44F3-BD21-1CDC3A94B412}" type="pres">
      <dgm:prSet presAssocID="{2C3937F5-2ADA-4F40-AD6F-64CAAABD023B}" presName="FourConn_3-4" presStyleLbl="fgAccFollowNode1" presStyleIdx="2" presStyleCnt="3">
        <dgm:presLayoutVars>
          <dgm:bulletEnabled val="1"/>
        </dgm:presLayoutVars>
      </dgm:prSet>
      <dgm:spPr/>
    </dgm:pt>
    <dgm:pt modelId="{26DF6A69-57FC-488A-AE50-647DB8631168}" type="pres">
      <dgm:prSet presAssocID="{2C3937F5-2ADA-4F40-AD6F-64CAAABD023B}" presName="FourNodes_1_text" presStyleLbl="node1" presStyleIdx="3" presStyleCnt="4">
        <dgm:presLayoutVars>
          <dgm:bulletEnabled val="1"/>
        </dgm:presLayoutVars>
      </dgm:prSet>
      <dgm:spPr/>
    </dgm:pt>
    <dgm:pt modelId="{6F4DC4FE-857F-4ED1-BFB3-9D07DFFE58FE}" type="pres">
      <dgm:prSet presAssocID="{2C3937F5-2ADA-4F40-AD6F-64CAAABD023B}" presName="FourNodes_2_text" presStyleLbl="node1" presStyleIdx="3" presStyleCnt="4">
        <dgm:presLayoutVars>
          <dgm:bulletEnabled val="1"/>
        </dgm:presLayoutVars>
      </dgm:prSet>
      <dgm:spPr/>
    </dgm:pt>
    <dgm:pt modelId="{354DB2EE-7845-436D-BBFA-EEEFD9F70951}" type="pres">
      <dgm:prSet presAssocID="{2C3937F5-2ADA-4F40-AD6F-64CAAABD023B}" presName="FourNodes_3_text" presStyleLbl="node1" presStyleIdx="3" presStyleCnt="4">
        <dgm:presLayoutVars>
          <dgm:bulletEnabled val="1"/>
        </dgm:presLayoutVars>
      </dgm:prSet>
      <dgm:spPr/>
    </dgm:pt>
    <dgm:pt modelId="{D1620643-63BE-47BE-BE97-1E69CA630B4B}" type="pres">
      <dgm:prSet presAssocID="{2C3937F5-2ADA-4F40-AD6F-64CAAABD023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D4EBD06-948A-46DB-A3E8-75B199C7EB6E}" srcId="{2C3937F5-2ADA-4F40-AD6F-64CAAABD023B}" destId="{303F40CF-4FE1-4F47-B575-217FF6389571}" srcOrd="2" destOrd="0" parTransId="{7B7C14E5-39A2-4D4B-9B31-3BA8C0B3AA0F}" sibTransId="{F3F217C7-DB75-4CC3-8186-B2C24D77E2C9}"/>
    <dgm:cxn modelId="{279CF220-797C-45A9-9101-702DC3463081}" type="presOf" srcId="{7AFBB7AC-003A-48C1-80D7-F5949688F568}" destId="{26DF6A69-57FC-488A-AE50-647DB8631168}" srcOrd="1" destOrd="0" presId="urn:microsoft.com/office/officeart/2005/8/layout/vProcess5"/>
    <dgm:cxn modelId="{82EA5025-D6E1-4743-B7E4-3B62CB57C4EA}" type="presOf" srcId="{DD24AA64-6456-4217-BDBB-770B00474B1C}" destId="{D1620643-63BE-47BE-BE97-1E69CA630B4B}" srcOrd="1" destOrd="0" presId="urn:microsoft.com/office/officeart/2005/8/layout/vProcess5"/>
    <dgm:cxn modelId="{1787B42D-8581-4296-B2F0-6E8CC2E4AF0D}" type="presOf" srcId="{9E9580EA-27BE-4795-A642-0F1F2D6CA0EE}" destId="{6F4DC4FE-857F-4ED1-BFB3-9D07DFFE58FE}" srcOrd="1" destOrd="0" presId="urn:microsoft.com/office/officeart/2005/8/layout/vProcess5"/>
    <dgm:cxn modelId="{5F8BB43D-6424-488F-8AF5-F0A7E7CD8F33}" srcId="{2C3937F5-2ADA-4F40-AD6F-64CAAABD023B}" destId="{7AFBB7AC-003A-48C1-80D7-F5949688F568}" srcOrd="0" destOrd="0" parTransId="{272B3DF6-4173-4271-8D7C-CD2D09481FFD}" sibTransId="{407387B8-9D8F-4A83-A20F-25300CFAA585}"/>
    <dgm:cxn modelId="{3A47076D-AF8D-4C34-8F8B-7D6AAD74FBC7}" srcId="{2C3937F5-2ADA-4F40-AD6F-64CAAABD023B}" destId="{DD24AA64-6456-4217-BDBB-770B00474B1C}" srcOrd="3" destOrd="0" parTransId="{6E67AB14-5DDB-41EE-88A5-8F11A481A60B}" sibTransId="{9DBFACD0-E70C-4B18-8901-DB68BD99F2BF}"/>
    <dgm:cxn modelId="{4716DA54-78D2-492D-8481-BAFA82D640DA}" srcId="{2C3937F5-2ADA-4F40-AD6F-64CAAABD023B}" destId="{9E9580EA-27BE-4795-A642-0F1F2D6CA0EE}" srcOrd="1" destOrd="0" parTransId="{93EA572F-FDF8-48B5-9F84-746EEE1CEC53}" sibTransId="{165B22F9-4A59-4CF9-A18D-44FEEC34A8AE}"/>
    <dgm:cxn modelId="{AD943677-9BB7-4DFB-9674-D29727117371}" type="presOf" srcId="{F3F217C7-DB75-4CC3-8186-B2C24D77E2C9}" destId="{6CC79C49-C715-44F3-BD21-1CDC3A94B412}" srcOrd="0" destOrd="0" presId="urn:microsoft.com/office/officeart/2005/8/layout/vProcess5"/>
    <dgm:cxn modelId="{646C9157-D70B-4001-BB66-D1CDFB8F779D}" type="presOf" srcId="{303F40CF-4FE1-4F47-B575-217FF6389571}" destId="{354DB2EE-7845-436D-BBFA-EEEFD9F70951}" srcOrd="1" destOrd="0" presId="urn:microsoft.com/office/officeart/2005/8/layout/vProcess5"/>
    <dgm:cxn modelId="{0EDF927F-6D00-482F-9817-09A057D495FF}" type="presOf" srcId="{2C3937F5-2ADA-4F40-AD6F-64CAAABD023B}" destId="{95875E27-EB82-4CEF-8187-3FB1D92338CF}" srcOrd="0" destOrd="0" presId="urn:microsoft.com/office/officeart/2005/8/layout/vProcess5"/>
    <dgm:cxn modelId="{6311849D-7702-4F18-BA6D-644544A415FF}" type="presOf" srcId="{303F40CF-4FE1-4F47-B575-217FF6389571}" destId="{6AFCD6FD-5688-4B7A-A122-C363188FB3A9}" srcOrd="0" destOrd="0" presId="urn:microsoft.com/office/officeart/2005/8/layout/vProcess5"/>
    <dgm:cxn modelId="{ADE294BF-C237-4333-AB09-AE41E938AF85}" type="presOf" srcId="{9E9580EA-27BE-4795-A642-0F1F2D6CA0EE}" destId="{E02072BD-F0C0-4ABC-927B-4A7F41D508B2}" srcOrd="0" destOrd="0" presId="urn:microsoft.com/office/officeart/2005/8/layout/vProcess5"/>
    <dgm:cxn modelId="{0D733CC7-625E-48E7-9DD5-B6D47863F78F}" type="presOf" srcId="{165B22F9-4A59-4CF9-A18D-44FEEC34A8AE}" destId="{97290E33-BF3A-4BD0-A4EB-5D8C680AB450}" srcOrd="0" destOrd="0" presId="urn:microsoft.com/office/officeart/2005/8/layout/vProcess5"/>
    <dgm:cxn modelId="{5BAF25DF-1C1F-4A7A-9DC0-8FB8A33D1E64}" type="presOf" srcId="{DD24AA64-6456-4217-BDBB-770B00474B1C}" destId="{400C6E4A-846C-4037-8CA5-BA84C90783D4}" srcOrd="0" destOrd="0" presId="urn:microsoft.com/office/officeart/2005/8/layout/vProcess5"/>
    <dgm:cxn modelId="{EB93ECF4-C2DE-4A6A-8EFA-7EDB4DE320B3}" type="presOf" srcId="{7AFBB7AC-003A-48C1-80D7-F5949688F568}" destId="{12F208EE-1960-4E69-80B6-37F2A1DF1019}" srcOrd="0" destOrd="0" presId="urn:microsoft.com/office/officeart/2005/8/layout/vProcess5"/>
    <dgm:cxn modelId="{A00B93FE-A99A-4B81-9F32-11AE0B09B9C7}" type="presOf" srcId="{407387B8-9D8F-4A83-A20F-25300CFAA585}" destId="{877B4A23-AF78-4805-BEFA-1DA43A63011E}" srcOrd="0" destOrd="0" presId="urn:microsoft.com/office/officeart/2005/8/layout/vProcess5"/>
    <dgm:cxn modelId="{AB080387-BE3B-44CA-9A3F-12C821600A55}" type="presParOf" srcId="{95875E27-EB82-4CEF-8187-3FB1D92338CF}" destId="{4256F5C5-35B3-41E6-80E6-8CE651416D80}" srcOrd="0" destOrd="0" presId="urn:microsoft.com/office/officeart/2005/8/layout/vProcess5"/>
    <dgm:cxn modelId="{A38239A2-2161-4836-8758-1552BBCF893D}" type="presParOf" srcId="{95875E27-EB82-4CEF-8187-3FB1D92338CF}" destId="{12F208EE-1960-4E69-80B6-37F2A1DF1019}" srcOrd="1" destOrd="0" presId="urn:microsoft.com/office/officeart/2005/8/layout/vProcess5"/>
    <dgm:cxn modelId="{54ADEBBE-8F0A-4627-8437-C3BBD067B7E0}" type="presParOf" srcId="{95875E27-EB82-4CEF-8187-3FB1D92338CF}" destId="{E02072BD-F0C0-4ABC-927B-4A7F41D508B2}" srcOrd="2" destOrd="0" presId="urn:microsoft.com/office/officeart/2005/8/layout/vProcess5"/>
    <dgm:cxn modelId="{47A072B8-4C6B-4282-93AF-D90B59E74402}" type="presParOf" srcId="{95875E27-EB82-4CEF-8187-3FB1D92338CF}" destId="{6AFCD6FD-5688-4B7A-A122-C363188FB3A9}" srcOrd="3" destOrd="0" presId="urn:microsoft.com/office/officeart/2005/8/layout/vProcess5"/>
    <dgm:cxn modelId="{C8302436-C1AB-421C-9185-E0311AF42E22}" type="presParOf" srcId="{95875E27-EB82-4CEF-8187-3FB1D92338CF}" destId="{400C6E4A-846C-4037-8CA5-BA84C90783D4}" srcOrd="4" destOrd="0" presId="urn:microsoft.com/office/officeart/2005/8/layout/vProcess5"/>
    <dgm:cxn modelId="{CA899C25-6D69-448F-83E8-E7E03EEEB23E}" type="presParOf" srcId="{95875E27-EB82-4CEF-8187-3FB1D92338CF}" destId="{877B4A23-AF78-4805-BEFA-1DA43A63011E}" srcOrd="5" destOrd="0" presId="urn:microsoft.com/office/officeart/2005/8/layout/vProcess5"/>
    <dgm:cxn modelId="{86A4E535-8D57-4119-86EE-64ED5D011643}" type="presParOf" srcId="{95875E27-EB82-4CEF-8187-3FB1D92338CF}" destId="{97290E33-BF3A-4BD0-A4EB-5D8C680AB450}" srcOrd="6" destOrd="0" presId="urn:microsoft.com/office/officeart/2005/8/layout/vProcess5"/>
    <dgm:cxn modelId="{99CB3C78-71B3-4CDC-A041-D4CF5C79BF34}" type="presParOf" srcId="{95875E27-EB82-4CEF-8187-3FB1D92338CF}" destId="{6CC79C49-C715-44F3-BD21-1CDC3A94B412}" srcOrd="7" destOrd="0" presId="urn:microsoft.com/office/officeart/2005/8/layout/vProcess5"/>
    <dgm:cxn modelId="{4E36F7D3-6A03-4374-B8D5-A74A6413AACF}" type="presParOf" srcId="{95875E27-EB82-4CEF-8187-3FB1D92338CF}" destId="{26DF6A69-57FC-488A-AE50-647DB8631168}" srcOrd="8" destOrd="0" presId="urn:microsoft.com/office/officeart/2005/8/layout/vProcess5"/>
    <dgm:cxn modelId="{DE6C180E-C064-47B1-8F13-EF63F2B7D179}" type="presParOf" srcId="{95875E27-EB82-4CEF-8187-3FB1D92338CF}" destId="{6F4DC4FE-857F-4ED1-BFB3-9D07DFFE58FE}" srcOrd="9" destOrd="0" presId="urn:microsoft.com/office/officeart/2005/8/layout/vProcess5"/>
    <dgm:cxn modelId="{22BAA117-7484-4EB9-AF86-34C159173418}" type="presParOf" srcId="{95875E27-EB82-4CEF-8187-3FB1D92338CF}" destId="{354DB2EE-7845-436D-BBFA-EEEFD9F70951}" srcOrd="10" destOrd="0" presId="urn:microsoft.com/office/officeart/2005/8/layout/vProcess5"/>
    <dgm:cxn modelId="{D9BE03B3-397F-40C5-B1BA-93DD245E319B}" type="presParOf" srcId="{95875E27-EB82-4CEF-8187-3FB1D92338CF}" destId="{D1620643-63BE-47BE-BE97-1E69CA630B4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208EE-1960-4E69-80B6-37F2A1DF1019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Orchestrer des outils open source d’analyse de sécurité</a:t>
          </a:r>
          <a:endParaRPr lang="en-US" sz="2400" kern="1200"/>
        </a:p>
      </dsp:txBody>
      <dsp:txXfrm>
        <a:off x="27017" y="27017"/>
        <a:ext cx="7668958" cy="868383"/>
      </dsp:txXfrm>
    </dsp:sp>
    <dsp:sp modelId="{E02072BD-F0C0-4ABC-927B-4A7F41D508B2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Agréger les résultats des scans</a:t>
          </a:r>
          <a:endParaRPr lang="en-US" sz="2400" kern="1200"/>
        </a:p>
      </dsp:txBody>
      <dsp:txXfrm>
        <a:off x="759181" y="1117146"/>
        <a:ext cx="7356493" cy="868383"/>
      </dsp:txXfrm>
    </dsp:sp>
    <dsp:sp modelId="{6AFCD6FD-5688-4B7A-A122-C363188FB3A9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Mapper les vulnérabilités vers l’OWASP Top 10 (2025)</a:t>
          </a:r>
          <a:endParaRPr lang="en-US" sz="2400" kern="1200"/>
        </a:p>
      </dsp:txBody>
      <dsp:txXfrm>
        <a:off x="1480418" y="2207275"/>
        <a:ext cx="7367421" cy="868383"/>
      </dsp:txXfrm>
    </dsp:sp>
    <dsp:sp modelId="{400C6E4A-846C-4037-8CA5-BA84C90783D4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Proposer des corrections automatisées</a:t>
          </a:r>
          <a:endParaRPr lang="en-US" sz="2400" kern="1200" dirty="0"/>
        </a:p>
      </dsp:txBody>
      <dsp:txXfrm>
        <a:off x="2212582" y="3297404"/>
        <a:ext cx="7356493" cy="868383"/>
      </dsp:txXfrm>
    </dsp:sp>
    <dsp:sp modelId="{877B4A23-AF78-4805-BEFA-1DA43A63011E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97290E33-BF3A-4BD0-A4EB-5D8C680AB450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6CC79C49-C715-44F3-BD21-1CDC3A94B412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9FC4E-BD13-4D05-B831-63335389B527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6A664-3AE6-4761-AF52-FC93E0E9DF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92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6A664-3AE6-4761-AF52-FC93E0E9DFB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078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AC8D0F-0721-1D3E-4F63-ABA6C375E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1D39DF1-47E2-B448-AF88-030411C22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92683B-63FC-97FB-829E-86AB006E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D537D2-3B2E-8028-4C12-23E13801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D8E067-0BA1-C043-3B4D-4B5F17F8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453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5B9434-AA80-6051-5908-28AF32356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819471-C724-9691-E8D3-1B4826604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F9F2D8-E431-9C92-CD09-5EA01FB8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299B29-47A7-EBE9-99A1-72C1E3F0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A6574C-294E-D208-BC39-F4AB1EB4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29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946AAC-11ED-F18C-43FF-A9CEB7B9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408DF8-FEF8-F247-705F-E2F5A9054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82D980-AD07-B199-6B57-D1045C7C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8989B4-9606-E66A-AEC4-68B6E81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36C72B-A655-16EA-EA51-2662B29B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382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764092-F127-3F00-54D0-5B7CCD30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6656D2-4600-5E7E-C813-D00D0C9A9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B4FF97-8CCA-6CAA-A215-494E56D6F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78CFB2-4D40-FC69-2F5B-8F7AD1AE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70B36D-F16C-7225-E0BF-A93B823CB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19BF9C-5610-AC03-840C-43FCCE61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25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4FD86-C1D4-3071-B270-E32E9883C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F63BAC-EA06-E104-5D17-16C4602AB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18FF8D-FD83-AA1C-CF49-5BCAB688F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3C4F9B-B415-44EE-3EA6-2D564D6CF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324681E-17D4-A92F-6C93-B08F3F0B2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6E93265-69FF-EA31-F451-5BB399A1D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63093D6-D0CB-167A-D994-AA75D669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2AB94B-E826-8FD5-569A-22181BA3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60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A3E9B9-34A7-BA79-D5D0-409E0140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4C4760-7DCD-DF56-9070-FDCF7E25A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351928-C0F9-B4FC-2C9F-4954B4C3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247F41-3668-4F6C-4E4A-2C2B7684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80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DE4C3E-C9BF-7A7D-C22E-EED7D19E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7586F55-1D79-2C8B-99FE-0BE99A456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F7DD5B-EBA6-EF81-7B2F-7967AC0D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48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218730-D4A4-735A-8430-1AAD5F6E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CC232E-C518-3E9E-0F24-67A22B51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18BCA1-A545-2681-8725-F62FE92C6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A4197F-B054-A6DC-A281-D09398C06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BC953E-6119-1367-1C42-3B386FDED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EDAEB4-4D1C-DC62-9C9A-DD846D7E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515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93085-FE48-56F3-134E-AD922471A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1E31244-FF50-55BA-0417-5BFADB71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9D95B4-A4AC-728D-346C-6CBA326E0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1FA033-DFA0-979D-6453-D9A113DA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A5642B-07D3-6E41-D93B-2045CDB3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8F160C-3359-F577-D10A-CC5AE938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54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BCFE9E-9CE2-7F46-FF0C-C4AD6F5E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97D713-54CB-847B-1DF5-F0B001B69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1480DB-F5B2-42C1-467C-74E4C297E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2B4B2D-DD3C-4CC5-5E27-1A7D1E716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3EAEA4-762A-F9D1-4150-FDF09E2B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47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0E341D8-AEE0-F43C-13D2-7D90C0083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15394D-4FD5-5335-ED67-7FDB16F22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AB34D6-8406-6687-5A83-5433C659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9A5BF9-1FDB-34C2-BE8D-AA159A9A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566784-7FEF-71D4-20EF-9F5F95A4E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58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439FF32-4CAA-A9F6-2C71-E0E57A2C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345AB8-1AE8-6DD0-ED2A-84C601FCB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787096-53AF-3086-DF42-5F8DC84EE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A268A-B5B7-4447-82B8-5108E6F0117E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F788C2-6D92-177F-5A4B-03F3AABB2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C706BF-F20D-5425-2ABD-5EC35E08B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501EA-0727-4034-BCCB-A08FA764A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676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99A444D-4DD2-928A-C1EE-5976676BBB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6" b="887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9CC1B11-1420-DE4E-813C-BA950AEB0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fr-FR" sz="115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SecureScan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A18394D-C5C2-E0FF-82F7-E43A7BE6C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endParaRPr lang="fr-FR" sz="3200" dirty="0"/>
          </a:p>
          <a:p>
            <a:pPr algn="l"/>
            <a:r>
              <a:rPr lang="fr-FR" sz="3200" dirty="0"/>
              <a:t>Maxence Giroud / Rania Zeramdini / Omar </a:t>
            </a:r>
            <a:r>
              <a:rPr lang="fr-FR" sz="3200" dirty="0" err="1"/>
              <a:t>Kessentini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929682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9A3E9A-21A4-8962-66D7-2A005B23F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Contexte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ADC73D-AD00-6F23-5A80-EFCB00565C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607" y="1995948"/>
            <a:ext cx="11130116" cy="44736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CyberSafe</a:t>
            </a: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Solutions : startup française spécialisée en cybersécurité pour les PME</a:t>
            </a:r>
          </a:p>
          <a:p>
            <a:pPr marL="0" marR="0" lvl="0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150 entreprises clientes et une équipe de 35 développeurs</a:t>
            </a:r>
          </a:p>
          <a:p>
            <a:pPr marL="0" marR="0" lvl="0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Audit de l’ANSSI révélant plusieurs failles de sécurité internes</a:t>
            </a:r>
          </a:p>
          <a:p>
            <a:pPr marL="0" marR="0" lvl="0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fr-FR" altLang="fr-FR" sz="2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ts val="600"/>
              </a:spcBef>
              <a:spcAft>
                <a:spcPts val="600"/>
              </a:spcAft>
              <a:buNone/>
            </a:pPr>
            <a:r>
              <a:rPr kumimoji="0" lang="fr-FR" altLang="fr-FR" sz="2900" b="0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Problèmes identifiés : </a:t>
            </a:r>
          </a:p>
          <a:p>
            <a:pPr marL="0" lvl="0" indent="0" eaLnBrk="0" fontAlgn="base" hangingPunct="0">
              <a:spcBef>
                <a:spcPts val="600"/>
              </a:spcBef>
              <a:spcAft>
                <a:spcPts val="600"/>
              </a:spcAft>
              <a:buNone/>
            </a:pPr>
            <a:endParaRPr kumimoji="0" lang="fr-FR" altLang="fr-FR" sz="2900" b="0" i="0" u="sng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Absence d’outil centralisé d’analyse de sécurité du code</a:t>
            </a:r>
          </a:p>
          <a:p>
            <a:pPr marL="0" lvl="0" indent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Vulnérabilités d’injection (SQL, XSS) non détectées avant production</a:t>
            </a:r>
          </a:p>
          <a:p>
            <a:pPr marL="0" lvl="0" indent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Dépendances obsolètes contenant des CVE connues</a:t>
            </a:r>
          </a:p>
          <a:p>
            <a:pPr marL="0" lvl="0" indent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Aucun test de sécurité intégré dans les pipelines CI/CD</a:t>
            </a:r>
          </a:p>
          <a:p>
            <a:pPr marL="0" lvl="0" indent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Pas de rapport de sécurité automatisé pour les clients</a:t>
            </a:r>
          </a:p>
          <a:p>
            <a:pPr marL="0" lvl="0" indent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kumimoji="0" lang="fr-FR" altLang="fr-FR" sz="2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Corrections manuelles, lentes et sources d’erreurs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8918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4B2C97-3BDB-732B-8485-DA6A1C04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Objectifs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2A75EE8A-7F80-CF42-B480-436F2A7A8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34087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57997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BC4DD-16F4-15DB-4D09-54EF04F4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Répartition des tâches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1735841-F934-D0C1-0329-7212BDA52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414823"/>
            <a:ext cx="7225748" cy="402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157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B65CF0-E944-0328-7617-51215AE6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Internet avec un remplissage uni">
            <a:extLst>
              <a:ext uri="{FF2B5EF4-FFF2-40B4-BE49-F238E27FC236}">
                <a16:creationId xmlns:a16="http://schemas.microsoft.com/office/drawing/2014/main" id="{D5F47BEA-11C7-E06A-A417-A0DD80DB4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649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136</Words>
  <Application>Microsoft Office PowerPoint</Application>
  <PresentationFormat>Grand écran</PresentationFormat>
  <Paragraphs>25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SecureScan</vt:lpstr>
      <vt:lpstr>Contexte </vt:lpstr>
      <vt:lpstr>Objectifs</vt:lpstr>
      <vt:lpstr>Répartition des tâches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Rania ZERAMDINI</dc:creator>
  <cp:lastModifiedBy>Rania ZERAMDINI</cp:lastModifiedBy>
  <cp:revision>2</cp:revision>
  <dcterms:created xsi:type="dcterms:W3CDTF">2026-03-05T10:29:40Z</dcterms:created>
  <dcterms:modified xsi:type="dcterms:W3CDTF">2026-03-05T15:15:47Z</dcterms:modified>
</cp:coreProperties>
</file>